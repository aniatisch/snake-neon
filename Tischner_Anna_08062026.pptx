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Projekt Systemy Mobilne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Gra Neon Snake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Autor: Anna Tischner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Data: 08.06.2026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Repozytorium kodu: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https://github.com/AniaTisch/snake-neon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Demonstracja Działania Gry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Ekran Menu: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Wpisywanie imienia i zapamiętywanie wyniku.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Rozgrywka: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Wirtualny D-Pad na ekrany dotykowe. Wąż rośnie o 1 segment po zjedzeniu owocu.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Ustawienia: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Płynna zmiana parametrów (prędkość, opóźnienie nowego owocu).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Game Over: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Gra kończy się po uderzeniu w ogon (ściany zawijają planszę).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Opis problemu, który rozwiązuje zadanie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Problem: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Zbudowanie wydajnej, responsywnej gry mobilnej w oparciu o kultowego Węża z Nokii.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Wyzwania: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Płynne odświeżanie wyglądu węża.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Implementacja sterowania dotykowego (wirtualny D-Pad).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 Trwałe przechowywanie wyników offline bez użycia backendu.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Szczegóły realizacji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Technologia główna: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React (Vite).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Stylizacja: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Czysty CSS z elementami Neon Mode oraz micro-animacjami.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Zarządzanie stanem: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Hooki w React (useState, useEffect) do pętli gry.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Zapis Danych: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Natywne API przeglądarki localStorage.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Kompilacja Mobile: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Capacitor JS do generowania aplikacji .apk na system Android.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Najciekawszy kawałek kodu (Część 1)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Logika ruchu węża i przechodzenie przez ściany. Nauczyło mnie operowania na poprzednim stanie tablicy w React.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setSnake((prevSnake)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head = prevSnake[0];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newHead = { x: head.x + directionRef.current.x, y: head.y + directionRef.current.y 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Zawijanie planszy - jeśli wąż wejdzie w ścianę, pojawia się z drugiej strony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(newHead.x &lt; 0) newHead.x = boardSize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(newHead.x &gt;= boardSize) newHead.x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(newHead.y &lt; 0) newHead.y = boardSize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(newHead.y &gt;= boardSize) newHead.y = 0;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Sprawdzanie czy wąż najechał na swój ogon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hitTail = prevSnake.some(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(segment) =&gt; segment.x === newHead.x &amp;&amp; segment.y === newHead.y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(hitTail)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setIsGameOver(true);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prevSnake; // Zatrzymaj aktualizację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Najciekawszy kawałek kodu (Część 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</a:rPr>
              <a:t>Implementacja opóźnionego pojawiania się owoców na planszy za pomocą useCallaback i useRef.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scheduleNextFruit = useCallback((currentSnake)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setFruit(null); // Zjedzenie owocu powoduje jego wizualne zniknięcie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Jeśli użytkownik ustawił opóźnienie &gt; 0s w ustawieniach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(fruitSpawnDelay &gt; 0)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fruitTimerRef.current = setTimeout(()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spawnFruit(currentSnake);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fruitSpawnDelay);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Klasyczny tryb - owoc pojawia się natychmiast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spawnFruit(currentSnake);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[fruitSpawnDelay, spawnFruit]);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Źródła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Podczas tworzenia projektu korzystałem z: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Dokumentacja React.js (Hooki: useState, useEffect)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https://react.dev/reference/react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MDN Web Docs (JavaScript) (localStorage, setTimeout)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https://developer.mozilla.org/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Dokumentacja Capacitor JS (kompilacja na Android)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  https://capacitorjs.com/docs/getting-started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(Data dostępu dla wszystkich źródeł: 08.06.2026)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Podsumowanie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Jak pracowało się w wybranej technologii?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Użycie React i Vite było intuicyjne przy tworzeniu UI. Największym zaskoczeniem była szybkość działania środowiska i brak obciążeń typowych dla Android Studio podczas pisania logiki.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Czego się dowiedziałem?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Nauczyłem się, jak łączyć ekosystem webowy z urządzeniami mobilnymi (Capacitor). Przećwiczyłem radzenie sobie z pętlami setInterval wewnątrz cyklu życia komponentów Reacta. Praca przy tym projekcie pokazała mi, że można szybko budować prototypy gier korzystając z HTML/JS.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Systemy Mobilne</dc:title>
  <dc:subject>PptxGenJS Presentation</dc:subject>
  <dc:creator>Anna Tischner</dc:creator>
  <cp:lastModifiedBy>Anna Tischner</cp:lastModifiedBy>
  <cp:revision>1</cp:revision>
  <dcterms:created xsi:type="dcterms:W3CDTF">2026-06-08T18:13:06Z</dcterms:created>
  <dcterms:modified xsi:type="dcterms:W3CDTF">2026-06-08T18:13:06Z</dcterms:modified>
</cp:coreProperties>
</file>